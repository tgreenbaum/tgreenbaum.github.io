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Corbel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16">
          <p15:clr>
            <a:srgbClr val="A4A3A4"/>
          </p15:clr>
        </p15:guide>
        <p15:guide id="2" pos="2088">
          <p15:clr>
            <a:srgbClr val="A4A3A4"/>
          </p15:clr>
        </p15:guide>
        <p15:guide id="3" orient="horz" pos="2796">
          <p15:clr>
            <a:srgbClr val="A4A3A4"/>
          </p15:clr>
        </p15:guide>
        <p15:guide id="4" orient="horz" pos="1908">
          <p15:clr>
            <a:srgbClr val="A4A3A4"/>
          </p15:clr>
        </p15:guide>
        <p15:guide id="5" pos="4128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kiuTirLQkmnxoIHNvkI2lXPkM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16" orient="horz"/>
        <p:guide pos="2088"/>
        <p:guide pos="2796" orient="horz"/>
        <p:guide pos="1908" orient="horz"/>
        <p:guide pos="41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orbel-regular.fntdata"/><Relationship Id="rId11" Type="http://schemas.openxmlformats.org/officeDocument/2006/relationships/font" Target="fonts/Corbel-boldItalic.fntdata"/><Relationship Id="rId10" Type="http://schemas.openxmlformats.org/officeDocument/2006/relationships/font" Target="fonts/Corbel-italic.fntdata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31e6561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2731e65615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687858" y="2707073"/>
            <a:ext cx="7813591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687388" y="3319463"/>
            <a:ext cx="7813675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2" type="body"/>
          </p:nvPr>
        </p:nvSpPr>
        <p:spPr>
          <a:xfrm>
            <a:off x="687388" y="3724275"/>
            <a:ext cx="43132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000"/>
              <a:buNone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788" y="882650"/>
            <a:ext cx="1268872" cy="139054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5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21" name="Google Shape;21;p15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footer" showMasterSp="0">
  <p:cSld name="Head, foo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215900" y="206374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6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 showMasterSp="0">
  <p:cSld name="Footer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7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" showMasterSp="0">
  <p:cSld name="Head/sub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35" name="Google Shape;35;p18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bullets" showMasterSp="0">
  <p:cSld name="Head, bulle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215900" y="911225"/>
            <a:ext cx="8743950" cy="3819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9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42" name="Google Shape;42;p19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Bullets" showMasterSp="0">
  <p:cSld name="Head/sub, Bulle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215900" y="1243585"/>
            <a:ext cx="8680450" cy="3487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7" name="Google Shape;4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0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49" name="Google Shape;49;p20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bullets, image" showMasterSp="0">
  <p:cSld name="Head, bullets, imag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215900" y="911225"/>
            <a:ext cx="4084251" cy="3819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1"/>
          <p:cNvSpPr/>
          <p:nvPr>
            <p:ph idx="2" type="pic"/>
          </p:nvPr>
        </p:nvSpPr>
        <p:spPr>
          <a:xfrm>
            <a:off x="4506525" y="911226"/>
            <a:ext cx="4389825" cy="3819524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1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1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56" name="Google Shape;56;p21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bullets, image" showMasterSp="0">
  <p:cSld name="Head/sub, bullets, imag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215900" y="1344629"/>
            <a:ext cx="4084251" cy="3386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2"/>
          <p:cNvSpPr/>
          <p:nvPr>
            <p:ph idx="2" type="pic"/>
          </p:nvPr>
        </p:nvSpPr>
        <p:spPr>
          <a:xfrm>
            <a:off x="4506525" y="1344629"/>
            <a:ext cx="4389825" cy="3386121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2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2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63" name="Google Shape;63;p22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" name="Google Shape;64;p22"/>
          <p:cNvSpPr txBox="1"/>
          <p:nvPr>
            <p:ph idx="3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sidebar (diag)">
  <p:cSld name="Head, sidebar (diag)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/>
          <p:nvPr/>
        </p:nvSpPr>
        <p:spPr>
          <a:xfrm rot="-5400000">
            <a:off x="5078730" y="1078230"/>
            <a:ext cx="5143500" cy="2987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3"/>
          <p:cNvSpPr/>
          <p:nvPr/>
        </p:nvSpPr>
        <p:spPr>
          <a:xfrm>
            <a:off x="6156960" y="0"/>
            <a:ext cx="2987040" cy="5148072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sidebar (diag)">
  <p:cSld name="Head/sub, sidebar (diag)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/>
          <p:nvPr/>
        </p:nvSpPr>
        <p:spPr>
          <a:xfrm rot="-5400000">
            <a:off x="5078730" y="1078230"/>
            <a:ext cx="5143500" cy="2987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4"/>
          <p:cNvSpPr/>
          <p:nvPr/>
        </p:nvSpPr>
        <p:spPr>
          <a:xfrm>
            <a:off x="6156960" y="0"/>
            <a:ext cx="2987040" cy="5148072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4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sidebar (wave)">
  <p:cSld name="Head, sidebar (wave)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/>
          <p:nvPr/>
        </p:nvSpPr>
        <p:spPr>
          <a:xfrm rot="-5400000">
            <a:off x="5078730" y="1078230"/>
            <a:ext cx="5143500" cy="2987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5"/>
          <p:cNvSpPr/>
          <p:nvPr/>
        </p:nvSpPr>
        <p:spPr>
          <a:xfrm>
            <a:off x="6156960" y="0"/>
            <a:ext cx="2987040" cy="5148072"/>
          </a:xfrm>
          <a:prstGeom prst="rect">
            <a:avLst/>
          </a:prstGeom>
          <a:blipFill rotWithShape="1">
            <a:blip r:embed="rId2">
              <a:alphaModFix amt="3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5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sidebar (wave)">
  <p:cSld name="Head/sub, sidebar (wave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/>
          <p:nvPr/>
        </p:nvSpPr>
        <p:spPr>
          <a:xfrm rot="-5400000">
            <a:off x="5078730" y="1078230"/>
            <a:ext cx="5143500" cy="2987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6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3">
              <a:alphaModFix amt="3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6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lowbar (diag)">
  <p:cSld name="Head, lowbar (diag)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/>
          <p:nvPr/>
        </p:nvSpPr>
        <p:spPr>
          <a:xfrm rot="-5400000">
            <a:off x="3684371" y="-316128"/>
            <a:ext cx="1775257" cy="9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7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91" name="Google Shape;91;p27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27"/>
          <p:cNvSpPr/>
          <p:nvPr/>
        </p:nvSpPr>
        <p:spPr>
          <a:xfrm>
            <a:off x="0" y="3368242"/>
            <a:ext cx="9144000" cy="1779829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7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lowbar (diag)">
  <p:cSld name="Head/sub, lowbar (diag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 rot="-5400000">
            <a:off x="3684371" y="-316128"/>
            <a:ext cx="1775257" cy="9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8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98" name="Google Shape;98;p28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" name="Google Shape;99;p28"/>
          <p:cNvSpPr/>
          <p:nvPr/>
        </p:nvSpPr>
        <p:spPr>
          <a:xfrm>
            <a:off x="0" y="3368242"/>
            <a:ext cx="9144000" cy="1779829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8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lowbar (wave)">
  <p:cSld name="Head, lowbar (wave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/>
          <p:nvPr/>
        </p:nvSpPr>
        <p:spPr>
          <a:xfrm rot="-5400000">
            <a:off x="3684371" y="-316128"/>
            <a:ext cx="1775257" cy="9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9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3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9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6" name="Google Shape;1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9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08" name="Google Shape;108;p29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lowbar (wave)">
  <p:cSld name="Head/sub, lowbar (wave)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0"/>
          <p:cNvSpPr/>
          <p:nvPr/>
        </p:nvSpPr>
        <p:spPr>
          <a:xfrm rot="-5400000">
            <a:off x="3684371" y="-316128"/>
            <a:ext cx="1775257" cy="91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3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0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0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15" name="Google Shape;115;p30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, gray block" showMasterSp="0">
  <p:cSld name="Head, gray bloc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title"/>
          </p:nvPr>
        </p:nvSpPr>
        <p:spPr>
          <a:xfrm>
            <a:off x="215900" y="206374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" name="Google Shape;11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1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21" name="Google Shape;121;p31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2" name="Google Shape;122;p31"/>
          <p:cNvSpPr/>
          <p:nvPr/>
        </p:nvSpPr>
        <p:spPr>
          <a:xfrm>
            <a:off x="372533" y="1003300"/>
            <a:ext cx="8398934" cy="3695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/sub, gray block" showMasterSp="0">
  <p:cSld name="Head/sub, gray bloc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2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27" name="Google Shape;127;p32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8" name="Google Shape;128;p32"/>
          <p:cNvSpPr txBox="1"/>
          <p:nvPr>
            <p:ph idx="1" type="body"/>
          </p:nvPr>
        </p:nvSpPr>
        <p:spPr>
          <a:xfrm>
            <a:off x="215900" y="746125"/>
            <a:ext cx="8680450" cy="3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14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2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2"/>
          <p:cNvSpPr/>
          <p:nvPr/>
        </p:nvSpPr>
        <p:spPr>
          <a:xfrm>
            <a:off x="372533" y="1243582"/>
            <a:ext cx="8398934" cy="34554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wave" showMasterSp="0">
  <p:cSld name="Gray wave">
    <p:bg>
      <p:bgPr>
        <a:gradFill>
          <a:gsLst>
            <a:gs pos="0">
              <a:srgbClr val="E6E6E6">
                <a:alpha val="84705"/>
              </a:srgbClr>
            </a:gs>
            <a:gs pos="100000">
              <a:srgbClr val="E6E6E6"/>
            </a:gs>
          </a:gsLst>
          <a:lin ang="4200000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3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4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35" name="Google Shape;135;p34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l wave" showMasterSp="0">
  <p:cSld name="Teal wave">
    <p:bg>
      <p:bgPr>
        <a:gradFill>
          <a:gsLst>
            <a:gs pos="0">
              <a:schemeClr val="accent4"/>
            </a:gs>
            <a:gs pos="100000">
              <a:srgbClr val="00AB8E"/>
            </a:gs>
          </a:gsLst>
          <a:lin ang="42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1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5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40" name="Google Shape;140;p35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vy wave" showMasterSp="0">
  <p:cSld name="Navy wave">
    <p:bg>
      <p:bgPr>
        <a:gradFill>
          <a:gsLst>
            <a:gs pos="0">
              <a:srgbClr val="063D4B">
                <a:alpha val="84705"/>
              </a:srgbClr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1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44" name="Google Shape;144;p36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genta wave" showMasterSp="0">
  <p:cSld name="Magenta wave">
    <p:bg>
      <p:bgPr>
        <a:gradFill>
          <a:gsLst>
            <a:gs pos="0">
              <a:schemeClr val="accent3"/>
            </a:gs>
            <a:gs pos="100000">
              <a:srgbClr val="922767"/>
            </a:gs>
          </a:gsLst>
          <a:lin ang="420000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10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49" name="Google Shape;149;p37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50" name="Google Shape;1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ss wave" showMasterSp="0">
  <p:cSld name="Grass wave">
    <p:bg>
      <p:bgPr>
        <a:gradFill>
          <a:gsLst>
            <a:gs pos="0">
              <a:schemeClr val="accent2"/>
            </a:gs>
            <a:gs pos="100000">
              <a:srgbClr val="9AA433"/>
            </a:gs>
          </a:gsLst>
          <a:lin ang="4200000" scaled="0"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15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8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54" name="Google Shape;154;p38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55" name="Google Shape;1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 wave" showMasterSp="0">
  <p:cSld name="Sky wave">
    <p:bg>
      <p:bgPr>
        <a:gradFill>
          <a:gsLst>
            <a:gs pos="0">
              <a:schemeClr val="accent6"/>
            </a:gs>
            <a:gs pos="100000">
              <a:srgbClr val="36A8B0"/>
            </a:gs>
          </a:gsLst>
          <a:lin ang="420000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15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9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59" name="Google Shape;159;p39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60" name="Google Shape;1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diag" showMasterSp="0">
  <p:cSld name="Gray diag">
    <p:bg>
      <p:bgPr>
        <a:gradFill>
          <a:gsLst>
            <a:gs pos="0">
              <a:srgbClr val="E6E6E6">
                <a:alpha val="84705"/>
              </a:srgbClr>
            </a:gs>
            <a:gs pos="100000">
              <a:srgbClr val="E6E6E6"/>
            </a:gs>
          </a:gsLst>
          <a:lin ang="420000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799" y="4883510"/>
            <a:ext cx="1143000" cy="14976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0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65" name="Google Shape;165;p40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l diag" showMasterSp="0">
  <p:cSld name="Teal diag">
    <p:bg>
      <p:bgPr>
        <a:gradFill>
          <a:gsLst>
            <a:gs pos="0">
              <a:schemeClr val="accent4"/>
            </a:gs>
            <a:gs pos="100000">
              <a:srgbClr val="00AB8E"/>
            </a:gs>
          </a:gsLst>
          <a:lin ang="4200000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60000"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1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70" name="Google Shape;170;p41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vy Diag" showMasterSp="0">
  <p:cSld name="Navy Diag">
    <p:bg>
      <p:bgPr>
        <a:gradFill>
          <a:gsLst>
            <a:gs pos="0">
              <a:srgbClr val="063D4B">
                <a:alpha val="84705"/>
              </a:srgbClr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60000"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74" name="Google Shape;174;p42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75" name="Google Shape;1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ss diag" showMasterSp="0">
  <p:cSld name="Grass diag">
    <p:bg>
      <p:bgPr>
        <a:gradFill>
          <a:gsLst>
            <a:gs pos="0">
              <a:schemeClr val="accent2"/>
            </a:gs>
            <a:gs pos="100000">
              <a:srgbClr val="9AA433"/>
            </a:gs>
          </a:gsLst>
          <a:lin ang="420000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95000"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3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79" name="Google Shape;179;p43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0" name="Google Shape;1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genta diag" showMasterSp="0">
  <p:cSld name="Magenta diag">
    <p:bg>
      <p:bgPr>
        <a:gradFill>
          <a:gsLst>
            <a:gs pos="0">
              <a:schemeClr val="accent3"/>
            </a:gs>
            <a:gs pos="100000">
              <a:srgbClr val="922767"/>
            </a:gs>
          </a:gsLst>
          <a:lin ang="4200000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4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blipFill rotWithShape="1">
            <a:blip r:embed="rId2">
              <a:alphaModFix amt="70000"/>
            </a:blip>
            <a:tile algn="tl" flip="none" tx="0" sx="70000" ty="0" sy="7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4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84" name="Google Shape;184;p44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5" name="Google Shape;18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7800" y="4884790"/>
            <a:ext cx="1142998" cy="14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1" showMasterSp="0">
  <p:cSld name="DO-NOT-USE 1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5"/>
          <p:cNvSpPr txBox="1"/>
          <p:nvPr/>
        </p:nvSpPr>
        <p:spPr>
          <a:xfrm>
            <a:off x="273810" y="273895"/>
            <a:ext cx="2133137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BAZAARVOICE PRODUCTS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8" name="Google Shape;188;p45"/>
          <p:cNvSpPr txBox="1"/>
          <p:nvPr/>
        </p:nvSpPr>
        <p:spPr>
          <a:xfrm>
            <a:off x="381518" y="509887"/>
            <a:ext cx="13022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Advertising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9" name="Google Shape;189;p45"/>
          <p:cNvSpPr txBox="1"/>
          <p:nvPr/>
        </p:nvSpPr>
        <p:spPr>
          <a:xfrm>
            <a:off x="1513836" y="509887"/>
            <a:ext cx="10566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Brand Edge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0" name="Google Shape;190;p45"/>
          <p:cNvSpPr txBox="1"/>
          <p:nvPr/>
        </p:nvSpPr>
        <p:spPr>
          <a:xfrm>
            <a:off x="2518976" y="509887"/>
            <a:ext cx="10566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Connections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1" name="Google Shape;191;p45"/>
          <p:cNvSpPr txBox="1"/>
          <p:nvPr/>
        </p:nvSpPr>
        <p:spPr>
          <a:xfrm>
            <a:off x="3531491" y="509887"/>
            <a:ext cx="10566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Curations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2" name="Google Shape;192;p45"/>
          <p:cNvSpPr txBox="1"/>
          <p:nvPr/>
        </p:nvSpPr>
        <p:spPr>
          <a:xfrm>
            <a:off x="4535341" y="432887"/>
            <a:ext cx="1056669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Personalization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45"/>
          <p:cNvSpPr txBox="1"/>
          <p:nvPr/>
        </p:nvSpPr>
        <p:spPr>
          <a:xfrm>
            <a:off x="5541186" y="432887"/>
            <a:ext cx="1056669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Questions &amp; Answers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4" name="Google Shape;194;p45"/>
          <p:cNvSpPr txBox="1"/>
          <p:nvPr/>
        </p:nvSpPr>
        <p:spPr>
          <a:xfrm>
            <a:off x="6536902" y="432887"/>
            <a:ext cx="1056669" cy="47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Ratings &amp; Reviews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5" name="Google Shape;195;p45"/>
          <p:cNvSpPr txBox="1"/>
          <p:nvPr/>
        </p:nvSpPr>
        <p:spPr>
          <a:xfrm>
            <a:off x="7550630" y="509887"/>
            <a:ext cx="10566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Sampling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" name="Google Shape;196;p45"/>
          <p:cNvSpPr txBox="1"/>
          <p:nvPr/>
        </p:nvSpPr>
        <p:spPr>
          <a:xfrm>
            <a:off x="273810" y="2534495"/>
            <a:ext cx="3002212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BAZAARVOICE ADVANTAGE</a:t>
            </a:r>
            <a:endParaRPr sz="1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7" name="Google Shape;197;p45"/>
          <p:cNvSpPr txBox="1"/>
          <p:nvPr/>
        </p:nvSpPr>
        <p:spPr>
          <a:xfrm>
            <a:off x="381518" y="2795887"/>
            <a:ext cx="1302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Proactive Strategy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&amp; Expertise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8" name="Google Shape;198;p45"/>
          <p:cNvSpPr txBox="1"/>
          <p:nvPr/>
        </p:nvSpPr>
        <p:spPr>
          <a:xfrm>
            <a:off x="1423898" y="2795887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Client Success</a:t>
            </a:r>
            <a:endParaRPr/>
          </a:p>
        </p:txBody>
      </p:sp>
      <p:sp>
        <p:nvSpPr>
          <p:cNvPr id="199" name="Google Shape;199;p45"/>
          <p:cNvSpPr txBox="1"/>
          <p:nvPr/>
        </p:nvSpPr>
        <p:spPr>
          <a:xfrm>
            <a:off x="2406947" y="2795887"/>
            <a:ext cx="12134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Thought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Leadership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45"/>
          <p:cNvSpPr txBox="1"/>
          <p:nvPr/>
        </p:nvSpPr>
        <p:spPr>
          <a:xfrm>
            <a:off x="4107601" y="2795887"/>
            <a:ext cx="11485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Exceptional 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and Support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45"/>
          <p:cNvSpPr txBox="1"/>
          <p:nvPr/>
        </p:nvSpPr>
        <p:spPr>
          <a:xfrm>
            <a:off x="5165261" y="2795887"/>
            <a:ext cx="1056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rbel"/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Implementation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45"/>
          <p:cNvSpPr txBox="1"/>
          <p:nvPr/>
        </p:nvSpPr>
        <p:spPr>
          <a:xfrm>
            <a:off x="6171106" y="2795887"/>
            <a:ext cx="10566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Managed Services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45"/>
          <p:cNvSpPr txBox="1"/>
          <p:nvPr/>
        </p:nvSpPr>
        <p:spPr>
          <a:xfrm>
            <a:off x="7166822" y="2795887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Technical Support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2" showMasterSp="0">
  <p:cSld name="DO-NOT-USE 2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6"/>
          <p:cNvSpPr txBox="1"/>
          <p:nvPr/>
        </p:nvSpPr>
        <p:spPr>
          <a:xfrm>
            <a:off x="1423898" y="597537"/>
            <a:ext cx="1228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Display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3477681" y="597537"/>
            <a:ext cx="114857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Holistic Platform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46"/>
          <p:cNvSpPr txBox="1"/>
          <p:nvPr/>
        </p:nvSpPr>
        <p:spPr>
          <a:xfrm>
            <a:off x="4535342" y="597537"/>
            <a:ext cx="1056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46"/>
          <p:cNvSpPr txBox="1"/>
          <p:nvPr/>
        </p:nvSpPr>
        <p:spPr>
          <a:xfrm>
            <a:off x="5541187" y="597537"/>
            <a:ext cx="10566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Mobile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46"/>
          <p:cNvSpPr txBox="1"/>
          <p:nvPr/>
        </p:nvSpPr>
        <p:spPr>
          <a:xfrm>
            <a:off x="6496708" y="597537"/>
            <a:ext cx="11944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Partner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Integrations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7550630" y="597537"/>
            <a:ext cx="131904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Reporting &amp;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Analytics</a:t>
            </a:r>
            <a:endParaRPr/>
          </a:p>
        </p:txBody>
      </p:sp>
      <p:sp>
        <p:nvSpPr>
          <p:cNvPr id="211" name="Google Shape;211;p46"/>
          <p:cNvSpPr txBox="1"/>
          <p:nvPr/>
        </p:nvSpPr>
        <p:spPr>
          <a:xfrm>
            <a:off x="273810" y="340693"/>
            <a:ext cx="3002208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BAZAARVOICE ADVANTAGE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2" name="Google Shape;212;p46"/>
          <p:cNvSpPr txBox="1"/>
          <p:nvPr/>
        </p:nvSpPr>
        <p:spPr>
          <a:xfrm>
            <a:off x="381518" y="590934"/>
            <a:ext cx="13022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Single Platform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Innovation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3" name="Google Shape;213;p46"/>
          <p:cNvSpPr txBox="1"/>
          <p:nvPr/>
        </p:nvSpPr>
        <p:spPr>
          <a:xfrm>
            <a:off x="2481814" y="597537"/>
            <a:ext cx="114882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Flexibility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4" name="Google Shape;214;p46"/>
          <p:cNvSpPr txBox="1"/>
          <p:nvPr/>
        </p:nvSpPr>
        <p:spPr>
          <a:xfrm>
            <a:off x="381518" y="2708968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Scalability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5" name="Google Shape;215;p46"/>
          <p:cNvSpPr txBox="1"/>
          <p:nvPr/>
        </p:nvSpPr>
        <p:spPr>
          <a:xfrm>
            <a:off x="1423898" y="2708968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SEO</a:t>
            </a:r>
            <a:endParaRPr/>
          </a:p>
        </p:txBody>
      </p:sp>
      <p:sp>
        <p:nvSpPr>
          <p:cNvPr id="216" name="Google Shape;216;p46"/>
          <p:cNvSpPr txBox="1"/>
          <p:nvPr/>
        </p:nvSpPr>
        <p:spPr>
          <a:xfrm>
            <a:off x="2903265" y="2708968"/>
            <a:ext cx="1148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World’s Largest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Shopper Network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7" name="Google Shape;217;p46"/>
          <p:cNvSpPr txBox="1"/>
          <p:nvPr/>
        </p:nvSpPr>
        <p:spPr>
          <a:xfrm>
            <a:off x="3899132" y="2708968"/>
            <a:ext cx="114858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Data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8" name="Google Shape;218;p46"/>
          <p:cNvSpPr txBox="1"/>
          <p:nvPr/>
        </p:nvSpPr>
        <p:spPr>
          <a:xfrm>
            <a:off x="4956792" y="2708968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Syndication</a:t>
            </a:r>
            <a:endParaRPr/>
          </a:p>
        </p:txBody>
      </p:sp>
      <p:sp>
        <p:nvSpPr>
          <p:cNvPr id="219" name="Google Shape;219;p46"/>
          <p:cNvSpPr txBox="1"/>
          <p:nvPr/>
        </p:nvSpPr>
        <p:spPr>
          <a:xfrm>
            <a:off x="5775771" y="2708968"/>
            <a:ext cx="14122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Syndication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Reporting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3" showMasterSp="0">
  <p:cSld name="DO-NOT-USE 3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 txBox="1"/>
          <p:nvPr/>
        </p:nvSpPr>
        <p:spPr>
          <a:xfrm>
            <a:off x="1423898" y="597537"/>
            <a:ext cx="1228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Accessibility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2" name="Google Shape;222;p47"/>
          <p:cNvSpPr txBox="1"/>
          <p:nvPr/>
        </p:nvSpPr>
        <p:spPr>
          <a:xfrm>
            <a:off x="3477681" y="597537"/>
            <a:ext cx="114857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Fraud Protection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3" name="Google Shape;223;p47"/>
          <p:cNvSpPr txBox="1"/>
          <p:nvPr/>
        </p:nvSpPr>
        <p:spPr>
          <a:xfrm>
            <a:off x="4535342" y="597537"/>
            <a:ext cx="1056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Global Footprint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4" name="Google Shape;224;p47"/>
          <p:cNvSpPr txBox="1"/>
          <p:nvPr/>
        </p:nvSpPr>
        <p:spPr>
          <a:xfrm>
            <a:off x="5541187" y="597537"/>
            <a:ext cx="10566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Moderation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5" name="Google Shape;225;p47"/>
          <p:cNvSpPr txBox="1"/>
          <p:nvPr/>
        </p:nvSpPr>
        <p:spPr>
          <a:xfrm>
            <a:off x="6536903" y="597537"/>
            <a:ext cx="10566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6" name="Google Shape;226;p47"/>
          <p:cNvSpPr txBox="1"/>
          <p:nvPr/>
        </p:nvSpPr>
        <p:spPr>
          <a:xfrm>
            <a:off x="273810" y="340693"/>
            <a:ext cx="3002208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BAZAARVOICE ADVANTAGE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7" name="Google Shape;227;p47"/>
          <p:cNvSpPr txBox="1"/>
          <p:nvPr/>
        </p:nvSpPr>
        <p:spPr>
          <a:xfrm>
            <a:off x="381518" y="590934"/>
            <a:ext cx="1302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Content Integrity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&amp; Security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8" name="Google Shape;228;p47"/>
          <p:cNvSpPr txBox="1"/>
          <p:nvPr/>
        </p:nvSpPr>
        <p:spPr>
          <a:xfrm>
            <a:off x="2481814" y="597537"/>
            <a:ext cx="114882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Authenticity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9" name="Google Shape;229;p47"/>
          <p:cNvSpPr txBox="1"/>
          <p:nvPr/>
        </p:nvSpPr>
        <p:spPr>
          <a:xfrm>
            <a:off x="273810" y="2708968"/>
            <a:ext cx="14099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Product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Matching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0" name="Google Shape;230;p47"/>
          <p:cNvSpPr txBox="1"/>
          <p:nvPr/>
        </p:nvSpPr>
        <p:spPr>
          <a:xfrm>
            <a:off x="1423898" y="2708968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Security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4" showMasterSp="0">
  <p:cSld name="DO-NOT-USE 4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8"/>
          <p:cNvSpPr txBox="1"/>
          <p:nvPr/>
        </p:nvSpPr>
        <p:spPr>
          <a:xfrm>
            <a:off x="381518" y="2708968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Clock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3" name="Google Shape;233;p48"/>
          <p:cNvSpPr txBox="1"/>
          <p:nvPr/>
        </p:nvSpPr>
        <p:spPr>
          <a:xfrm>
            <a:off x="1423898" y="2708968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Consumers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4" name="Google Shape;234;p48"/>
          <p:cNvSpPr txBox="1"/>
          <p:nvPr/>
        </p:nvSpPr>
        <p:spPr>
          <a:xfrm>
            <a:off x="2481814" y="2708968"/>
            <a:ext cx="114883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Coupon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48"/>
          <p:cNvSpPr txBox="1"/>
          <p:nvPr/>
        </p:nvSpPr>
        <p:spPr>
          <a:xfrm>
            <a:off x="3477681" y="2708968"/>
            <a:ext cx="114858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Credit Card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48"/>
          <p:cNvSpPr txBox="1"/>
          <p:nvPr/>
        </p:nvSpPr>
        <p:spPr>
          <a:xfrm>
            <a:off x="4535341" y="2708968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Deal</a:t>
            </a:r>
            <a:endParaRPr/>
          </a:p>
        </p:txBody>
      </p:sp>
      <p:sp>
        <p:nvSpPr>
          <p:cNvPr id="237" name="Google Shape;237;p48"/>
          <p:cNvSpPr txBox="1"/>
          <p:nvPr/>
        </p:nvSpPr>
        <p:spPr>
          <a:xfrm>
            <a:off x="5541186" y="2708968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Desktop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8" name="Google Shape;238;p48"/>
          <p:cNvSpPr txBox="1"/>
          <p:nvPr/>
        </p:nvSpPr>
        <p:spPr>
          <a:xfrm>
            <a:off x="6536902" y="2708968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Desktop Review</a:t>
            </a:r>
            <a:endParaRPr/>
          </a:p>
        </p:txBody>
      </p:sp>
      <p:sp>
        <p:nvSpPr>
          <p:cNvPr id="239" name="Google Shape;239;p48"/>
          <p:cNvSpPr txBox="1"/>
          <p:nvPr/>
        </p:nvSpPr>
        <p:spPr>
          <a:xfrm>
            <a:off x="7550630" y="2708968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FAQ</a:t>
            </a:r>
            <a:endParaRPr/>
          </a:p>
        </p:txBody>
      </p:sp>
      <p:sp>
        <p:nvSpPr>
          <p:cNvPr id="240" name="Google Shape;240;p48"/>
          <p:cNvSpPr txBox="1"/>
          <p:nvPr/>
        </p:nvSpPr>
        <p:spPr>
          <a:xfrm>
            <a:off x="1423898" y="597537"/>
            <a:ext cx="1228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Retailers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48"/>
          <p:cNvSpPr txBox="1"/>
          <p:nvPr/>
        </p:nvSpPr>
        <p:spPr>
          <a:xfrm>
            <a:off x="2481814" y="597537"/>
            <a:ext cx="114882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Advocates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2" name="Google Shape;242;p48"/>
          <p:cNvSpPr txBox="1"/>
          <p:nvPr/>
        </p:nvSpPr>
        <p:spPr>
          <a:xfrm>
            <a:off x="3477681" y="597537"/>
            <a:ext cx="114857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Audiences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48"/>
          <p:cNvSpPr txBox="1"/>
          <p:nvPr/>
        </p:nvSpPr>
        <p:spPr>
          <a:xfrm>
            <a:off x="4535342" y="597537"/>
            <a:ext cx="1056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Barcode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4" name="Google Shape;244;p48"/>
          <p:cNvSpPr txBox="1"/>
          <p:nvPr/>
        </p:nvSpPr>
        <p:spPr>
          <a:xfrm>
            <a:off x="5541187" y="597537"/>
            <a:ext cx="10566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Calendar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5" name="Google Shape;245;p48"/>
          <p:cNvSpPr txBox="1"/>
          <p:nvPr/>
        </p:nvSpPr>
        <p:spPr>
          <a:xfrm>
            <a:off x="6536903" y="597537"/>
            <a:ext cx="105666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Campaigns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6" name="Google Shape;246;p48"/>
          <p:cNvSpPr txBox="1"/>
          <p:nvPr/>
        </p:nvSpPr>
        <p:spPr>
          <a:xfrm>
            <a:off x="7550631" y="597537"/>
            <a:ext cx="10566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CGC</a:t>
            </a:r>
            <a:endParaRPr/>
          </a:p>
        </p:txBody>
      </p:sp>
      <p:sp>
        <p:nvSpPr>
          <p:cNvPr id="247" name="Google Shape;247;p48"/>
          <p:cNvSpPr txBox="1"/>
          <p:nvPr/>
        </p:nvSpPr>
        <p:spPr>
          <a:xfrm>
            <a:off x="273810" y="340693"/>
            <a:ext cx="3002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GENERAL</a:t>
            </a:r>
            <a:endParaRPr/>
          </a:p>
        </p:txBody>
      </p:sp>
      <p:sp>
        <p:nvSpPr>
          <p:cNvPr id="248" name="Google Shape;248;p48"/>
          <p:cNvSpPr txBox="1"/>
          <p:nvPr/>
        </p:nvSpPr>
        <p:spPr>
          <a:xfrm>
            <a:off x="381518" y="590934"/>
            <a:ext cx="130225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Brands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5" showMasterSp="0">
  <p:cSld name="DO-NOT-USE 5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9"/>
          <p:cNvGrpSpPr/>
          <p:nvPr/>
        </p:nvGrpSpPr>
        <p:grpSpPr>
          <a:xfrm>
            <a:off x="381518" y="2708968"/>
            <a:ext cx="8348770" cy="384721"/>
            <a:chOff x="381518" y="2708968"/>
            <a:chExt cx="8348770" cy="384721"/>
          </a:xfrm>
        </p:grpSpPr>
        <p:sp>
          <p:nvSpPr>
            <p:cNvPr id="251" name="Google Shape;251;p49"/>
            <p:cNvSpPr txBox="1"/>
            <p:nvPr/>
          </p:nvSpPr>
          <p:spPr>
            <a:xfrm>
              <a:off x="381518" y="2708968"/>
              <a:ext cx="130226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Mobile Review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49"/>
            <p:cNvSpPr txBox="1"/>
            <p:nvPr/>
          </p:nvSpPr>
          <p:spPr>
            <a:xfrm>
              <a:off x="1423898" y="2708968"/>
              <a:ext cx="12280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Partnership</a:t>
              </a:r>
              <a:endParaRPr/>
            </a:p>
          </p:txBody>
        </p:sp>
        <p:sp>
          <p:nvSpPr>
            <p:cNvPr id="253" name="Google Shape;253;p49"/>
            <p:cNvSpPr txBox="1"/>
            <p:nvPr/>
          </p:nvSpPr>
          <p:spPr>
            <a:xfrm>
              <a:off x="2481814" y="2708968"/>
              <a:ext cx="1148831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PIE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49"/>
            <p:cNvSpPr txBox="1"/>
            <p:nvPr/>
          </p:nvSpPr>
          <p:spPr>
            <a:xfrm>
              <a:off x="3477681" y="2708968"/>
              <a:ext cx="114858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Reach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49"/>
            <p:cNvSpPr txBox="1"/>
            <p:nvPr/>
          </p:nvSpPr>
          <p:spPr>
            <a:xfrm>
              <a:off x="4535341" y="2708968"/>
              <a:ext cx="10566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Review stars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6" name="Google Shape;256;p49"/>
            <p:cNvSpPr txBox="1"/>
            <p:nvPr/>
          </p:nvSpPr>
          <p:spPr>
            <a:xfrm>
              <a:off x="5541186" y="2708968"/>
              <a:ext cx="1056669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ROBO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7" name="Google Shape;257;p49"/>
            <p:cNvSpPr txBox="1"/>
            <p:nvPr/>
          </p:nvSpPr>
          <p:spPr>
            <a:xfrm>
              <a:off x="6536902" y="2708968"/>
              <a:ext cx="1056669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Sampling</a:t>
              </a:r>
              <a:endParaRPr/>
            </a:p>
          </p:txBody>
        </p:sp>
        <p:sp>
          <p:nvSpPr>
            <p:cNvPr id="258" name="Google Shape;258;p49"/>
            <p:cNvSpPr txBox="1"/>
            <p:nvPr/>
          </p:nvSpPr>
          <p:spPr>
            <a:xfrm>
              <a:off x="7475847" y="2708968"/>
              <a:ext cx="1254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Search</a:t>
              </a:r>
              <a:endParaRPr/>
            </a:p>
          </p:txBody>
        </p:sp>
      </p:grpSp>
      <p:grpSp>
        <p:nvGrpSpPr>
          <p:cNvPr id="259" name="Google Shape;259;p49"/>
          <p:cNvGrpSpPr/>
          <p:nvPr/>
        </p:nvGrpSpPr>
        <p:grpSpPr>
          <a:xfrm>
            <a:off x="273810" y="340693"/>
            <a:ext cx="8333489" cy="641565"/>
            <a:chOff x="273810" y="340693"/>
            <a:chExt cx="8333489" cy="641565"/>
          </a:xfrm>
        </p:grpSpPr>
        <p:sp>
          <p:nvSpPr>
            <p:cNvPr id="260" name="Google Shape;260;p49"/>
            <p:cNvSpPr txBox="1"/>
            <p:nvPr/>
          </p:nvSpPr>
          <p:spPr>
            <a:xfrm>
              <a:off x="1423898" y="597537"/>
              <a:ext cx="12280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Home</a:t>
              </a:r>
              <a:endParaRPr/>
            </a:p>
          </p:txBody>
        </p:sp>
        <p:sp>
          <p:nvSpPr>
            <p:cNvPr id="261" name="Google Shape;261;p49"/>
            <p:cNvSpPr txBox="1"/>
            <p:nvPr/>
          </p:nvSpPr>
          <p:spPr>
            <a:xfrm>
              <a:off x="2481814" y="597537"/>
              <a:ext cx="1148829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Impressions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2" name="Google Shape;262;p49"/>
            <p:cNvSpPr txBox="1"/>
            <p:nvPr/>
          </p:nvSpPr>
          <p:spPr>
            <a:xfrm>
              <a:off x="3477681" y="597537"/>
              <a:ext cx="114857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Insights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3" name="Google Shape;263;p49"/>
            <p:cNvSpPr txBox="1"/>
            <p:nvPr/>
          </p:nvSpPr>
          <p:spPr>
            <a:xfrm>
              <a:off x="4535342" y="597537"/>
              <a:ext cx="10566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Laptop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49"/>
            <p:cNvSpPr txBox="1"/>
            <p:nvPr/>
          </p:nvSpPr>
          <p:spPr>
            <a:xfrm>
              <a:off x="5541187" y="597537"/>
              <a:ext cx="105666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List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49"/>
            <p:cNvSpPr txBox="1"/>
            <p:nvPr/>
          </p:nvSpPr>
          <p:spPr>
            <a:xfrm>
              <a:off x="6536903" y="597537"/>
              <a:ext cx="105666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Marketing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49"/>
            <p:cNvSpPr txBox="1"/>
            <p:nvPr/>
          </p:nvSpPr>
          <p:spPr>
            <a:xfrm>
              <a:off x="7550631" y="597537"/>
              <a:ext cx="10566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Mobile</a:t>
              </a:r>
              <a:endParaRPr/>
            </a:p>
          </p:txBody>
        </p:sp>
        <p:sp>
          <p:nvSpPr>
            <p:cNvPr id="267" name="Google Shape;267;p49"/>
            <p:cNvSpPr txBox="1"/>
            <p:nvPr/>
          </p:nvSpPr>
          <p:spPr>
            <a:xfrm>
              <a:off x="273810" y="340693"/>
              <a:ext cx="30022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GENERAL</a:t>
              </a:r>
              <a:endParaRPr/>
            </a:p>
          </p:txBody>
        </p:sp>
        <p:sp>
          <p:nvSpPr>
            <p:cNvPr id="268" name="Google Shape;268;p49"/>
            <p:cNvSpPr txBox="1"/>
            <p:nvPr/>
          </p:nvSpPr>
          <p:spPr>
            <a:xfrm>
              <a:off x="381518" y="590934"/>
              <a:ext cx="130225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Global Languages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6" showMasterSp="0">
  <p:cSld name="DO-NOT-USE 6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/>
          <p:nvPr/>
        </p:nvSpPr>
        <p:spPr>
          <a:xfrm>
            <a:off x="1423898" y="603717"/>
            <a:ext cx="1228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Shop/Store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1" name="Google Shape;271;p50"/>
          <p:cNvSpPr txBox="1"/>
          <p:nvPr/>
        </p:nvSpPr>
        <p:spPr>
          <a:xfrm>
            <a:off x="2481814" y="603717"/>
            <a:ext cx="114882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Shoppers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2" name="Google Shape;272;p50"/>
          <p:cNvSpPr txBox="1"/>
          <p:nvPr/>
        </p:nvSpPr>
        <p:spPr>
          <a:xfrm>
            <a:off x="3477681" y="603717"/>
            <a:ext cx="114857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Shopping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3" name="Google Shape;273;p50"/>
          <p:cNvSpPr txBox="1"/>
          <p:nvPr/>
        </p:nvSpPr>
        <p:spPr>
          <a:xfrm>
            <a:off x="4535342" y="603717"/>
            <a:ext cx="10566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Solutions</a:t>
            </a:r>
            <a:endParaRPr/>
          </a:p>
        </p:txBody>
      </p:sp>
      <p:sp>
        <p:nvSpPr>
          <p:cNvPr id="274" name="Google Shape;274;p50"/>
          <p:cNvSpPr txBox="1"/>
          <p:nvPr/>
        </p:nvSpPr>
        <p:spPr>
          <a:xfrm>
            <a:off x="5541187" y="603717"/>
            <a:ext cx="10566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Speech Bubble</a:t>
            </a:r>
            <a:endParaRPr/>
          </a:p>
        </p:txBody>
      </p:sp>
      <p:sp>
        <p:nvSpPr>
          <p:cNvPr id="275" name="Google Shape;275;p50"/>
          <p:cNvSpPr txBox="1"/>
          <p:nvPr/>
        </p:nvSpPr>
        <p:spPr>
          <a:xfrm>
            <a:off x="6496709" y="603717"/>
            <a:ext cx="118095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Tablet</a:t>
            </a:r>
            <a:endParaRPr/>
          </a:p>
        </p:txBody>
      </p:sp>
      <p:sp>
        <p:nvSpPr>
          <p:cNvPr id="276" name="Google Shape;276;p50"/>
          <p:cNvSpPr txBox="1"/>
          <p:nvPr/>
        </p:nvSpPr>
        <p:spPr>
          <a:xfrm>
            <a:off x="7550631" y="603717"/>
            <a:ext cx="10566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Targeting </a:t>
            </a:r>
            <a:endParaRPr/>
          </a:p>
        </p:txBody>
      </p:sp>
      <p:sp>
        <p:nvSpPr>
          <p:cNvPr id="277" name="Google Shape;277;p50"/>
          <p:cNvSpPr txBox="1"/>
          <p:nvPr/>
        </p:nvSpPr>
        <p:spPr>
          <a:xfrm>
            <a:off x="273810" y="346873"/>
            <a:ext cx="3002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GENERAL</a:t>
            </a:r>
            <a:endParaRPr/>
          </a:p>
        </p:txBody>
      </p:sp>
      <p:sp>
        <p:nvSpPr>
          <p:cNvPr id="278" name="Google Shape;278;p50"/>
          <p:cNvSpPr txBox="1"/>
          <p:nvPr/>
        </p:nvSpPr>
        <p:spPr>
          <a:xfrm>
            <a:off x="381518" y="597114"/>
            <a:ext cx="130225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Service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9" name="Google Shape;279;p50"/>
          <p:cNvSpPr txBox="1"/>
          <p:nvPr/>
        </p:nvSpPr>
        <p:spPr>
          <a:xfrm>
            <a:off x="381518" y="2710417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Technical integration</a:t>
            </a:r>
            <a:endParaRPr/>
          </a:p>
        </p:txBody>
      </p:sp>
      <p:sp>
        <p:nvSpPr>
          <p:cNvPr id="280" name="Google Shape;280;p50"/>
          <p:cNvSpPr txBox="1"/>
          <p:nvPr/>
        </p:nvSpPr>
        <p:spPr>
          <a:xfrm>
            <a:off x="1423898" y="2710417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rbel"/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Type</a:t>
            </a:r>
            <a:endParaRPr/>
          </a:p>
        </p:txBody>
      </p:sp>
      <p:sp>
        <p:nvSpPr>
          <p:cNvPr id="281" name="Google Shape;281;p50"/>
          <p:cNvSpPr txBox="1"/>
          <p:nvPr/>
        </p:nvSpPr>
        <p:spPr>
          <a:xfrm>
            <a:off x="2518976" y="2710417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Unique Devices</a:t>
            </a:r>
            <a:endParaRPr/>
          </a:p>
        </p:txBody>
      </p:sp>
      <p:sp>
        <p:nvSpPr>
          <p:cNvPr id="282" name="Google Shape;282;p50"/>
          <p:cNvSpPr txBox="1"/>
          <p:nvPr/>
        </p:nvSpPr>
        <p:spPr>
          <a:xfrm>
            <a:off x="3477681" y="2710417"/>
            <a:ext cx="114858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Volume</a:t>
            </a:r>
            <a:endParaRPr/>
          </a:p>
        </p:txBody>
      </p:sp>
      <p:sp>
        <p:nvSpPr>
          <p:cNvPr id="283" name="Google Shape;283;p50"/>
          <p:cNvSpPr txBox="1"/>
          <p:nvPr/>
        </p:nvSpPr>
        <p:spPr>
          <a:xfrm>
            <a:off x="4529797" y="2710417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Word Cloud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4" name="Google Shape;284;p50"/>
          <p:cNvSpPr txBox="1"/>
          <p:nvPr/>
        </p:nvSpPr>
        <p:spPr>
          <a:xfrm>
            <a:off x="5572177" y="2710417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Word of Mouth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7" showMasterSp="0">
  <p:cSld name="DO-NOT-USE 7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1"/>
          <p:cNvSpPr txBox="1"/>
          <p:nvPr/>
        </p:nvSpPr>
        <p:spPr>
          <a:xfrm>
            <a:off x="273810" y="338635"/>
            <a:ext cx="3002212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API WORKBENCH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7" name="Google Shape;287;p51"/>
          <p:cNvSpPr txBox="1"/>
          <p:nvPr/>
        </p:nvSpPr>
        <p:spPr>
          <a:xfrm>
            <a:off x="381518" y="600027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8" name="Google Shape;288;p51"/>
          <p:cNvSpPr txBox="1"/>
          <p:nvPr/>
        </p:nvSpPr>
        <p:spPr>
          <a:xfrm>
            <a:off x="1423898" y="600027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Blog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9" name="Google Shape;289;p51"/>
          <p:cNvSpPr txBox="1"/>
          <p:nvPr/>
        </p:nvSpPr>
        <p:spPr>
          <a:xfrm>
            <a:off x="251897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Config Hub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0" name="Google Shape;290;p51"/>
          <p:cNvSpPr txBox="1"/>
          <p:nvPr/>
        </p:nvSpPr>
        <p:spPr>
          <a:xfrm>
            <a:off x="3477681" y="600027"/>
            <a:ext cx="114858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Dev-API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1" name="Google Shape;291;p51"/>
          <p:cNvSpPr txBox="1"/>
          <p:nvPr/>
        </p:nvSpPr>
        <p:spPr>
          <a:xfrm>
            <a:off x="4473407" y="600027"/>
            <a:ext cx="1158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BV Pixel/ROI beacon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2" name="Google Shape;292;p51"/>
          <p:cNvSpPr txBox="1"/>
          <p:nvPr/>
        </p:nvSpPr>
        <p:spPr>
          <a:xfrm>
            <a:off x="554118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Product Releases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3" name="Google Shape;293;p51"/>
          <p:cNvSpPr txBox="1"/>
          <p:nvPr/>
        </p:nvSpPr>
        <p:spPr>
          <a:xfrm>
            <a:off x="6536902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Error Messages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4" name="Google Shape;294;p51"/>
          <p:cNvSpPr txBox="1"/>
          <p:nvPr/>
        </p:nvSpPr>
        <p:spPr>
          <a:xfrm>
            <a:off x="7550630" y="600027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Getting Started</a:t>
            </a:r>
            <a:endParaRPr/>
          </a:p>
        </p:txBody>
      </p:sp>
      <p:sp>
        <p:nvSpPr>
          <p:cNvPr id="295" name="Google Shape;295;p51"/>
          <p:cNvSpPr txBox="1"/>
          <p:nvPr/>
        </p:nvSpPr>
        <p:spPr>
          <a:xfrm>
            <a:off x="381518" y="2710417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Knowledge.bv.com</a:t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6" name="Google Shape;296;p51"/>
          <p:cNvSpPr txBox="1"/>
          <p:nvPr/>
        </p:nvSpPr>
        <p:spPr>
          <a:xfrm>
            <a:off x="1423898" y="2710417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rbel"/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Product Feed</a:t>
            </a:r>
            <a:endParaRPr/>
          </a:p>
        </p:txBody>
      </p:sp>
      <p:sp>
        <p:nvSpPr>
          <p:cNvPr id="297" name="Google Shape;297;p51"/>
          <p:cNvSpPr txBox="1"/>
          <p:nvPr/>
        </p:nvSpPr>
        <p:spPr>
          <a:xfrm>
            <a:off x="2518976" y="2710417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System Status</a:t>
            </a:r>
            <a:endParaRPr/>
          </a:p>
        </p:txBody>
      </p:sp>
      <p:sp>
        <p:nvSpPr>
          <p:cNvPr id="298" name="Google Shape;298;p51"/>
          <p:cNvSpPr txBox="1"/>
          <p:nvPr/>
        </p:nvSpPr>
        <p:spPr>
          <a:xfrm>
            <a:off x="3477681" y="2710417"/>
            <a:ext cx="114858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Tools</a:t>
            </a:r>
            <a:endParaRPr/>
          </a:p>
        </p:txBody>
      </p:sp>
      <p:sp>
        <p:nvSpPr>
          <p:cNvPr id="299" name="Google Shape;299;p51"/>
          <p:cNvSpPr txBox="1"/>
          <p:nvPr/>
        </p:nvSpPr>
        <p:spPr>
          <a:xfrm>
            <a:off x="4529797" y="2710417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Troubleshooting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0" name="Google Shape;300;p51"/>
          <p:cNvSpPr txBox="1"/>
          <p:nvPr/>
        </p:nvSpPr>
        <p:spPr>
          <a:xfrm>
            <a:off x="5572177" y="2710417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Where to Find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8" showMasterSp="0">
  <p:cSld name="DO-NOT-USE 8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/>
        </p:nvSpPr>
        <p:spPr>
          <a:xfrm>
            <a:off x="273810" y="338635"/>
            <a:ext cx="3002212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API WORKBENCH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3" name="Google Shape;303;p52"/>
          <p:cNvSpPr txBox="1"/>
          <p:nvPr/>
        </p:nvSpPr>
        <p:spPr>
          <a:xfrm>
            <a:off x="381518" y="600027"/>
            <a:ext cx="13022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Conversion Impact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4" name="Google Shape;304;p52"/>
          <p:cNvSpPr txBox="1"/>
          <p:nvPr/>
        </p:nvSpPr>
        <p:spPr>
          <a:xfrm>
            <a:off x="1423898" y="600027"/>
            <a:ext cx="122805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Staging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Workbench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5" name="Google Shape;305;p52"/>
          <p:cNvSpPr txBox="1"/>
          <p:nvPr/>
        </p:nvSpPr>
        <p:spPr>
          <a:xfrm>
            <a:off x="251897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Workbench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6" name="Google Shape;306;p52"/>
          <p:cNvSpPr txBox="1"/>
          <p:nvPr/>
        </p:nvSpPr>
        <p:spPr>
          <a:xfrm>
            <a:off x="3477681" y="600027"/>
            <a:ext cx="11485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Workbench</a:t>
            </a:r>
            <a:b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Reports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7" name="Google Shape;307;p52"/>
          <p:cNvSpPr txBox="1"/>
          <p:nvPr/>
        </p:nvSpPr>
        <p:spPr>
          <a:xfrm>
            <a:off x="4473407" y="600027"/>
            <a:ext cx="1158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Portal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8" name="Google Shape;308;p52"/>
          <p:cNvSpPr txBox="1"/>
          <p:nvPr/>
        </p:nvSpPr>
        <p:spPr>
          <a:xfrm>
            <a:off x="554118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Sampling Portal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9" name="Google Shape;309;p52"/>
          <p:cNvSpPr txBox="1"/>
          <p:nvPr/>
        </p:nvSpPr>
        <p:spPr>
          <a:xfrm>
            <a:off x="6536902" y="600027"/>
            <a:ext cx="10566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Curations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Console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9" showMasterSp="0">
  <p:cSld name="DO-NOT-USE 9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/>
        </p:nvSpPr>
        <p:spPr>
          <a:xfrm>
            <a:off x="273810" y="338635"/>
            <a:ext cx="3002212" cy="41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CAREERS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2" name="Google Shape;312;p53"/>
          <p:cNvSpPr txBox="1"/>
          <p:nvPr/>
        </p:nvSpPr>
        <p:spPr>
          <a:xfrm>
            <a:off x="381518" y="600027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Advertising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3" name="Google Shape;313;p53"/>
          <p:cNvSpPr txBox="1"/>
          <p:nvPr/>
        </p:nvSpPr>
        <p:spPr>
          <a:xfrm>
            <a:off x="1423898" y="600027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Client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4" name="Google Shape;314;p53"/>
          <p:cNvSpPr txBox="1"/>
          <p:nvPr/>
        </p:nvSpPr>
        <p:spPr>
          <a:xfrm>
            <a:off x="251897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Financial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5" name="Google Shape;315;p53"/>
          <p:cNvSpPr txBox="1"/>
          <p:nvPr/>
        </p:nvSpPr>
        <p:spPr>
          <a:xfrm>
            <a:off x="3477681" y="600027"/>
            <a:ext cx="114858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6" name="Google Shape;316;p53"/>
          <p:cNvSpPr txBox="1"/>
          <p:nvPr/>
        </p:nvSpPr>
        <p:spPr>
          <a:xfrm>
            <a:off x="4473407" y="600027"/>
            <a:ext cx="1158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Legal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7" name="Google Shape;317;p53"/>
          <p:cNvSpPr txBox="1"/>
          <p:nvPr/>
        </p:nvSpPr>
        <p:spPr>
          <a:xfrm>
            <a:off x="5541186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Marketing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8" name="Google Shape;318;p53"/>
          <p:cNvSpPr txBox="1"/>
          <p:nvPr/>
        </p:nvSpPr>
        <p:spPr>
          <a:xfrm>
            <a:off x="6536902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People &amp; Talent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9" name="Google Shape;319;p53"/>
          <p:cNvSpPr txBox="1"/>
          <p:nvPr/>
        </p:nvSpPr>
        <p:spPr>
          <a:xfrm>
            <a:off x="7543800" y="600027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R&amp;D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0" name="Google Shape;320;p53"/>
          <p:cNvSpPr txBox="1"/>
          <p:nvPr/>
        </p:nvSpPr>
        <p:spPr>
          <a:xfrm>
            <a:off x="381518" y="2710417"/>
            <a:ext cx="13022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Sales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10" showMasterSp="0">
  <p:cSld name="DO-NOT-USE 10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/>
        </p:nvSpPr>
        <p:spPr>
          <a:xfrm>
            <a:off x="381518" y="2708968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CPG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3" name="Google Shape;323;p54"/>
          <p:cNvSpPr txBox="1"/>
          <p:nvPr/>
        </p:nvSpPr>
        <p:spPr>
          <a:xfrm>
            <a:off x="1423898" y="2708968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Electronics</a:t>
            </a:r>
            <a:endParaRPr/>
          </a:p>
        </p:txBody>
      </p:sp>
      <p:sp>
        <p:nvSpPr>
          <p:cNvPr id="324" name="Google Shape;324;p54"/>
          <p:cNvSpPr txBox="1"/>
          <p:nvPr/>
        </p:nvSpPr>
        <p:spPr>
          <a:xfrm>
            <a:off x="2481814" y="2708968"/>
            <a:ext cx="114883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Financial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5" name="Google Shape;325;p54"/>
          <p:cNvSpPr txBox="1"/>
          <p:nvPr/>
        </p:nvSpPr>
        <p:spPr>
          <a:xfrm>
            <a:off x="3477681" y="2708968"/>
            <a:ext cx="114858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Fishing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6" name="Google Shape;326;p54"/>
          <p:cNvSpPr txBox="1"/>
          <p:nvPr/>
        </p:nvSpPr>
        <p:spPr>
          <a:xfrm>
            <a:off x="4535341" y="2708968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Food &amp; Beverage</a:t>
            </a:r>
            <a:endParaRPr/>
          </a:p>
        </p:txBody>
      </p:sp>
      <p:sp>
        <p:nvSpPr>
          <p:cNvPr id="327" name="Google Shape;327;p54"/>
          <p:cNvSpPr txBox="1"/>
          <p:nvPr/>
        </p:nvSpPr>
        <p:spPr>
          <a:xfrm>
            <a:off x="5541186" y="2708968"/>
            <a:ext cx="1056669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Gaming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8" name="Google Shape;328;p54"/>
          <p:cNvSpPr txBox="1"/>
          <p:nvPr/>
        </p:nvSpPr>
        <p:spPr>
          <a:xfrm>
            <a:off x="6536902" y="2633552"/>
            <a:ext cx="1056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Hardware &amp;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Home Electronics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9" name="Google Shape;329;p54"/>
          <p:cNvSpPr txBox="1"/>
          <p:nvPr/>
        </p:nvSpPr>
        <p:spPr>
          <a:xfrm>
            <a:off x="7475847" y="2708968"/>
            <a:ext cx="125444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Health &amp; Beauty</a:t>
            </a:r>
            <a:endParaRPr/>
          </a:p>
        </p:txBody>
      </p:sp>
      <p:sp>
        <p:nvSpPr>
          <p:cNvPr id="330" name="Google Shape;330;p54"/>
          <p:cNvSpPr txBox="1"/>
          <p:nvPr/>
        </p:nvSpPr>
        <p:spPr>
          <a:xfrm>
            <a:off x="1423898" y="597537"/>
            <a:ext cx="1228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 - Boot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1" name="Google Shape;331;p54"/>
          <p:cNvSpPr txBox="1"/>
          <p:nvPr/>
        </p:nvSpPr>
        <p:spPr>
          <a:xfrm>
            <a:off x="2481814" y="597537"/>
            <a:ext cx="1227797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 - 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54"/>
          <p:cNvSpPr txBox="1"/>
          <p:nvPr/>
        </p:nvSpPr>
        <p:spPr>
          <a:xfrm>
            <a:off x="3477681" y="597537"/>
            <a:ext cx="11485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 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Footwear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3" name="Google Shape;333;p54"/>
          <p:cNvSpPr txBox="1"/>
          <p:nvPr/>
        </p:nvSpPr>
        <p:spPr>
          <a:xfrm>
            <a:off x="4535342" y="597537"/>
            <a:ext cx="105666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 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Running Shoe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4" name="Google Shape;334;p54"/>
          <p:cNvSpPr txBox="1"/>
          <p:nvPr/>
        </p:nvSpPr>
        <p:spPr>
          <a:xfrm>
            <a:off x="5541187" y="597537"/>
            <a:ext cx="105666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 - Shoe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5" name="Google Shape;335;p54"/>
          <p:cNvSpPr txBox="1"/>
          <p:nvPr/>
        </p:nvSpPr>
        <p:spPr>
          <a:xfrm>
            <a:off x="6536903" y="597537"/>
            <a:ext cx="112915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Automotive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6" name="Google Shape;336;p54"/>
          <p:cNvSpPr txBox="1"/>
          <p:nvPr/>
        </p:nvSpPr>
        <p:spPr>
          <a:xfrm>
            <a:off x="7431289" y="597537"/>
            <a:ext cx="1179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Consumer Electronics</a:t>
            </a:r>
            <a:endParaRPr/>
          </a:p>
        </p:txBody>
      </p:sp>
      <p:sp>
        <p:nvSpPr>
          <p:cNvPr id="337" name="Google Shape;337;p54"/>
          <p:cNvSpPr txBox="1"/>
          <p:nvPr/>
        </p:nvSpPr>
        <p:spPr>
          <a:xfrm>
            <a:off x="273810" y="340693"/>
            <a:ext cx="3002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INDUSTRIES</a:t>
            </a:r>
            <a:endParaRPr/>
          </a:p>
        </p:txBody>
      </p:sp>
      <p:sp>
        <p:nvSpPr>
          <p:cNvPr id="338" name="Google Shape;338;p54"/>
          <p:cNvSpPr txBox="1"/>
          <p:nvPr/>
        </p:nvSpPr>
        <p:spPr>
          <a:xfrm>
            <a:off x="381518" y="590934"/>
            <a:ext cx="130225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Apparel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11" showMasterSp="0">
  <p:cSld name="DO-NOT-USE 11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 txBox="1"/>
          <p:nvPr/>
        </p:nvSpPr>
        <p:spPr>
          <a:xfrm>
            <a:off x="1439179" y="2708968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Telecommunications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1" name="Google Shape;341;p55"/>
          <p:cNvSpPr txBox="1"/>
          <p:nvPr/>
        </p:nvSpPr>
        <p:spPr>
          <a:xfrm>
            <a:off x="2481559" y="2708968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Television</a:t>
            </a:r>
            <a:endParaRPr/>
          </a:p>
        </p:txBody>
      </p:sp>
      <p:sp>
        <p:nvSpPr>
          <p:cNvPr id="342" name="Google Shape;342;p55"/>
          <p:cNvSpPr txBox="1"/>
          <p:nvPr/>
        </p:nvSpPr>
        <p:spPr>
          <a:xfrm>
            <a:off x="3539475" y="2708968"/>
            <a:ext cx="114883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3" name="Google Shape;343;p55"/>
          <p:cNvSpPr txBox="1"/>
          <p:nvPr/>
        </p:nvSpPr>
        <p:spPr>
          <a:xfrm>
            <a:off x="4535342" y="2708968"/>
            <a:ext cx="114858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Travel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44" name="Google Shape;344;p55"/>
          <p:cNvGrpSpPr/>
          <p:nvPr/>
        </p:nvGrpSpPr>
        <p:grpSpPr>
          <a:xfrm>
            <a:off x="273810" y="340693"/>
            <a:ext cx="8337136" cy="2599107"/>
            <a:chOff x="273810" y="340693"/>
            <a:chExt cx="8337136" cy="2599107"/>
          </a:xfrm>
        </p:grpSpPr>
        <p:sp>
          <p:nvSpPr>
            <p:cNvPr id="345" name="Google Shape;345;p55"/>
            <p:cNvSpPr txBox="1"/>
            <p:nvPr/>
          </p:nvSpPr>
          <p:spPr>
            <a:xfrm>
              <a:off x="1423898" y="597537"/>
              <a:ext cx="12280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Home &amp; Garden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55"/>
            <p:cNvSpPr txBox="1"/>
            <p:nvPr/>
          </p:nvSpPr>
          <p:spPr>
            <a:xfrm>
              <a:off x="2481814" y="597537"/>
              <a:ext cx="12277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Mass Merchant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7" name="Google Shape;347;p55"/>
            <p:cNvSpPr txBox="1"/>
            <p:nvPr/>
          </p:nvSpPr>
          <p:spPr>
            <a:xfrm>
              <a:off x="3477681" y="597537"/>
              <a:ext cx="114857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Office</a:t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55"/>
            <p:cNvSpPr txBox="1"/>
            <p:nvPr/>
          </p:nvSpPr>
          <p:spPr>
            <a:xfrm>
              <a:off x="4535342" y="597537"/>
              <a:ext cx="10566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Pets</a:t>
              </a:r>
              <a:endParaRPr/>
            </a:p>
          </p:txBody>
        </p:sp>
        <p:sp>
          <p:nvSpPr>
            <p:cNvPr id="349" name="Google Shape;349;p55"/>
            <p:cNvSpPr txBox="1"/>
            <p:nvPr/>
          </p:nvSpPr>
          <p:spPr>
            <a:xfrm>
              <a:off x="5541187" y="597537"/>
              <a:ext cx="10566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Pharma</a:t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55"/>
            <p:cNvSpPr txBox="1"/>
            <p:nvPr/>
          </p:nvSpPr>
          <p:spPr>
            <a:xfrm>
              <a:off x="6536903" y="597537"/>
              <a:ext cx="112915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Photography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1" name="Google Shape;351;p55"/>
            <p:cNvSpPr txBox="1"/>
            <p:nvPr/>
          </p:nvSpPr>
          <p:spPr>
            <a:xfrm>
              <a:off x="7431289" y="597537"/>
              <a:ext cx="1179657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Restaurant</a:t>
              </a:r>
              <a:endParaRPr/>
            </a:p>
          </p:txBody>
        </p:sp>
        <p:sp>
          <p:nvSpPr>
            <p:cNvPr id="352" name="Google Shape;352;p55"/>
            <p:cNvSpPr txBox="1"/>
            <p:nvPr/>
          </p:nvSpPr>
          <p:spPr>
            <a:xfrm>
              <a:off x="273810" y="340693"/>
              <a:ext cx="30022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INDUSTRIES</a:t>
              </a:r>
              <a:endParaRPr/>
            </a:p>
          </p:txBody>
        </p:sp>
        <p:sp>
          <p:nvSpPr>
            <p:cNvPr id="353" name="Google Shape;353;p55"/>
            <p:cNvSpPr txBox="1"/>
            <p:nvPr/>
          </p:nvSpPr>
          <p:spPr>
            <a:xfrm>
              <a:off x="381518" y="590934"/>
              <a:ext cx="130225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Home Furnishings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4" name="Google Shape;354;p55"/>
            <p:cNvSpPr txBox="1"/>
            <p:nvPr/>
          </p:nvSpPr>
          <p:spPr>
            <a:xfrm>
              <a:off x="351417" y="2708968"/>
              <a:ext cx="1179657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Sporting Goods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12" showMasterSp="0">
  <p:cSld name="DO-NOT-USE 12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6"/>
          <p:cNvSpPr txBox="1"/>
          <p:nvPr/>
        </p:nvSpPr>
        <p:spPr>
          <a:xfrm>
            <a:off x="273810" y="338635"/>
            <a:ext cx="3002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VALUE DRIVERS</a:t>
            </a:r>
            <a:endParaRPr/>
          </a:p>
        </p:txBody>
      </p:sp>
      <p:sp>
        <p:nvSpPr>
          <p:cNvPr id="357" name="Google Shape;357;p56"/>
          <p:cNvSpPr txBox="1"/>
          <p:nvPr/>
        </p:nvSpPr>
        <p:spPr>
          <a:xfrm>
            <a:off x="381518" y="597631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Drive direct sales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8" name="Google Shape;358;p56"/>
          <p:cNvSpPr txBox="1"/>
          <p:nvPr/>
        </p:nvSpPr>
        <p:spPr>
          <a:xfrm>
            <a:off x="1423898" y="597631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Drive  sales </a:t>
            </a:r>
            <a:b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 channel</a:t>
            </a:r>
            <a:endParaRPr/>
          </a:p>
        </p:txBody>
      </p:sp>
      <p:sp>
        <p:nvSpPr>
          <p:cNvPr id="359" name="Google Shape;359;p56"/>
          <p:cNvSpPr txBox="1"/>
          <p:nvPr/>
        </p:nvSpPr>
        <p:spPr>
          <a:xfrm>
            <a:off x="2481814" y="597631"/>
            <a:ext cx="11488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Find &amp; reach </a:t>
            </a:r>
            <a:b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new shoppers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0" name="Google Shape;360;p56"/>
          <p:cNvSpPr txBox="1"/>
          <p:nvPr/>
        </p:nvSpPr>
        <p:spPr>
          <a:xfrm>
            <a:off x="3477681" y="597631"/>
            <a:ext cx="11485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Get valuable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1" name="Google Shape;361;p56"/>
          <p:cNvSpPr txBox="1"/>
          <p:nvPr/>
        </p:nvSpPr>
        <p:spPr>
          <a:xfrm>
            <a:off x="4535341" y="597631"/>
            <a:ext cx="10566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Drive traffic</a:t>
            </a:r>
            <a:endParaRPr/>
          </a:p>
        </p:txBody>
      </p:sp>
      <p:sp>
        <p:nvSpPr>
          <p:cNvPr id="362" name="Google Shape;362;p56"/>
          <p:cNvSpPr txBox="1"/>
          <p:nvPr/>
        </p:nvSpPr>
        <p:spPr>
          <a:xfrm>
            <a:off x="5541186" y="597631"/>
            <a:ext cx="1056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orbel"/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Increase conversion</a:t>
            </a:r>
            <a:endParaRPr/>
          </a:p>
        </p:txBody>
      </p:sp>
      <p:sp>
        <p:nvSpPr>
          <p:cNvPr id="363" name="Google Shape;363;p56"/>
          <p:cNvSpPr txBox="1"/>
          <p:nvPr/>
        </p:nvSpPr>
        <p:spPr>
          <a:xfrm>
            <a:off x="6536902" y="465653"/>
            <a:ext cx="1056669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Create a winning omnichannel experience</a:t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4" name="Google Shape;364;p56"/>
          <p:cNvSpPr txBox="1"/>
          <p:nvPr/>
        </p:nvSpPr>
        <p:spPr>
          <a:xfrm>
            <a:off x="381518" y="2708968"/>
            <a:ext cx="13022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Drive direct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sales (Pound)</a:t>
            </a:r>
            <a:endParaRPr sz="9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5" name="Google Shape;365;p56"/>
          <p:cNvSpPr txBox="1"/>
          <p:nvPr/>
        </p:nvSpPr>
        <p:spPr>
          <a:xfrm>
            <a:off x="1423898" y="2708968"/>
            <a:ext cx="1228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Drive direct sales (Euro)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-NOT-USE 13" showMasterSp="0">
  <p:cSld name="DO-NOT-USE 13">
    <p:bg>
      <p:bgPr>
        <a:gradFill>
          <a:gsLst>
            <a:gs pos="0">
              <a:srgbClr val="085C72"/>
            </a:gs>
            <a:gs pos="97000">
              <a:schemeClr val="dk2"/>
            </a:gs>
            <a:gs pos="100000">
              <a:schemeClr val="dk2"/>
            </a:gs>
          </a:gsLst>
          <a:lin ang="4200000" scaled="0"/>
        </a:gra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"/>
          <p:cNvSpPr txBox="1"/>
          <p:nvPr/>
        </p:nvSpPr>
        <p:spPr>
          <a:xfrm>
            <a:off x="381518" y="2708968"/>
            <a:ext cx="130226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Party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8" name="Google Shape;368;p57"/>
          <p:cNvSpPr txBox="1"/>
          <p:nvPr/>
        </p:nvSpPr>
        <p:spPr>
          <a:xfrm>
            <a:off x="1423898" y="2708968"/>
            <a:ext cx="122805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Valentine’s Day</a:t>
            </a:r>
            <a:endParaRPr/>
          </a:p>
        </p:txBody>
      </p:sp>
      <p:grpSp>
        <p:nvGrpSpPr>
          <p:cNvPr id="369" name="Google Shape;369;p57"/>
          <p:cNvGrpSpPr/>
          <p:nvPr/>
        </p:nvGrpSpPr>
        <p:grpSpPr>
          <a:xfrm>
            <a:off x="273810" y="340693"/>
            <a:ext cx="8337136" cy="641565"/>
            <a:chOff x="273810" y="340693"/>
            <a:chExt cx="8337136" cy="641565"/>
          </a:xfrm>
        </p:grpSpPr>
        <p:sp>
          <p:nvSpPr>
            <p:cNvPr id="370" name="Google Shape;370;p57"/>
            <p:cNvSpPr txBox="1"/>
            <p:nvPr/>
          </p:nvSpPr>
          <p:spPr>
            <a:xfrm>
              <a:off x="1423898" y="597537"/>
              <a:ext cx="12280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Balloons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57"/>
            <p:cNvSpPr txBox="1"/>
            <p:nvPr/>
          </p:nvSpPr>
          <p:spPr>
            <a:xfrm>
              <a:off x="2481814" y="597537"/>
              <a:ext cx="12277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Black Friday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2" name="Google Shape;372;p57"/>
            <p:cNvSpPr txBox="1"/>
            <p:nvPr/>
          </p:nvSpPr>
          <p:spPr>
            <a:xfrm>
              <a:off x="3477681" y="597537"/>
              <a:ext cx="114857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Christmas</a:t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3" name="Google Shape;373;p57"/>
            <p:cNvSpPr txBox="1"/>
            <p:nvPr/>
          </p:nvSpPr>
          <p:spPr>
            <a:xfrm>
              <a:off x="4535342" y="597537"/>
              <a:ext cx="10566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Easter</a:t>
              </a:r>
              <a:endParaRPr/>
            </a:p>
          </p:txBody>
        </p:sp>
        <p:sp>
          <p:nvSpPr>
            <p:cNvPr id="374" name="Google Shape;374;p57"/>
            <p:cNvSpPr txBox="1"/>
            <p:nvPr/>
          </p:nvSpPr>
          <p:spPr>
            <a:xfrm>
              <a:off x="5541187" y="597537"/>
              <a:ext cx="105666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Gift Box</a:t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5" name="Google Shape;375;p57"/>
            <p:cNvSpPr txBox="1"/>
            <p:nvPr/>
          </p:nvSpPr>
          <p:spPr>
            <a:xfrm>
              <a:off x="6536903" y="597537"/>
              <a:ext cx="1129150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Halloween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6" name="Google Shape;376;p57"/>
            <p:cNvSpPr txBox="1"/>
            <p:nvPr/>
          </p:nvSpPr>
          <p:spPr>
            <a:xfrm>
              <a:off x="7431289" y="597537"/>
              <a:ext cx="1179657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Mother’s Day</a:t>
              </a:r>
              <a:endParaRPr/>
            </a:p>
          </p:txBody>
        </p:sp>
        <p:sp>
          <p:nvSpPr>
            <p:cNvPr id="377" name="Google Shape;377;p57"/>
            <p:cNvSpPr txBox="1"/>
            <p:nvPr/>
          </p:nvSpPr>
          <p:spPr>
            <a:xfrm>
              <a:off x="273810" y="340693"/>
              <a:ext cx="30022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HOLIDAYS</a:t>
              </a:r>
              <a:endParaRPr/>
            </a:p>
          </p:txBody>
        </p:sp>
        <p:sp>
          <p:nvSpPr>
            <p:cNvPr id="378" name="Google Shape;378;p57"/>
            <p:cNvSpPr txBox="1"/>
            <p:nvPr/>
          </p:nvSpPr>
          <p:spPr>
            <a:xfrm>
              <a:off x="381518" y="590934"/>
              <a:ext cx="1302258" cy="3847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Back-to-School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45" Type="http://schemas.openxmlformats.org/officeDocument/2006/relationships/theme" Target="../theme/theme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/>
        </p:nvSpPr>
        <p:spPr>
          <a:xfrm>
            <a:off x="372533" y="4913655"/>
            <a:ext cx="1963038" cy="10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8585"/>
              </a:buClr>
              <a:buSzPts val="650"/>
              <a:buFont typeface="Corbel"/>
              <a:buNone/>
            </a:pPr>
            <a:r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Confidential and Proprietary. © 2019 Bazaarvoice, Inc. </a:t>
            </a:r>
            <a:endParaRPr/>
          </a:p>
        </p:txBody>
      </p:sp>
      <p:sp>
        <p:nvSpPr>
          <p:cNvPr id="11" name="Google Shape;11;p14"/>
          <p:cNvSpPr txBox="1"/>
          <p:nvPr/>
        </p:nvSpPr>
        <p:spPr>
          <a:xfrm>
            <a:off x="215900" y="4870450"/>
            <a:ext cx="341314" cy="1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858585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650" u="none" cap="none" strike="noStrike">
              <a:solidFill>
                <a:srgbClr val="85858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215900" y="206375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AB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215900" y="911225"/>
            <a:ext cx="8686800" cy="3683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92100" lvl="4" marL="22860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460" y="4883510"/>
            <a:ext cx="1093678" cy="1497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44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Relationship Id="rId10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731e656155_0_0"/>
          <p:cNvSpPr txBox="1"/>
          <p:nvPr/>
        </p:nvSpPr>
        <p:spPr>
          <a:xfrm>
            <a:off x="215900" y="113386"/>
            <a:ext cx="8680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Content Repurposing</a:t>
            </a:r>
            <a:endParaRPr/>
          </a:p>
        </p:txBody>
      </p:sp>
      <p:pic>
        <p:nvPicPr>
          <p:cNvPr id="384" name="Google Shape;384;g2731e65615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25" y="1092450"/>
            <a:ext cx="2504576" cy="323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2731e65615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7025" y="2273249"/>
            <a:ext cx="3245898" cy="182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2731e656155_0_0"/>
          <p:cNvSpPr/>
          <p:nvPr/>
        </p:nvSpPr>
        <p:spPr>
          <a:xfrm>
            <a:off x="5281992" y="447748"/>
            <a:ext cx="1832100" cy="2498100"/>
          </a:xfrm>
          <a:prstGeom prst="roundRect">
            <a:avLst>
              <a:gd fmla="val 4829" name="adj"/>
            </a:avLst>
          </a:prstGeom>
          <a:solidFill>
            <a:schemeClr val="lt1"/>
          </a:solidFill>
          <a:ln>
            <a:noFill/>
          </a:ln>
          <a:effectLst>
            <a:outerShdw blurRad="254000" rotWithShape="0" algn="tl" dir="2700000" dist="76200">
              <a:srgbClr val="000000">
                <a:alpha val="9800"/>
              </a:srgbClr>
            </a:outerShdw>
          </a:effectLst>
        </p:spPr>
        <p:txBody>
          <a:bodyPr anchorCtr="0" anchor="ctr" bIns="182875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484848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7"/>
          <p:cNvGrpSpPr/>
          <p:nvPr/>
        </p:nvGrpSpPr>
        <p:grpSpPr>
          <a:xfrm>
            <a:off x="238776" y="896133"/>
            <a:ext cx="8666448" cy="3758265"/>
            <a:chOff x="215900" y="1053333"/>
            <a:chExt cx="8666448" cy="3758265"/>
          </a:xfrm>
        </p:grpSpPr>
        <p:grpSp>
          <p:nvGrpSpPr>
            <p:cNvPr id="392" name="Google Shape;392;p7"/>
            <p:cNvGrpSpPr/>
            <p:nvPr/>
          </p:nvGrpSpPr>
          <p:grpSpPr>
            <a:xfrm>
              <a:off x="215900" y="1059137"/>
              <a:ext cx="1832150" cy="2498026"/>
              <a:chOff x="-361760" y="424676"/>
              <a:chExt cx="2196362" cy="2994608"/>
            </a:xfrm>
          </p:grpSpPr>
          <p:sp>
            <p:nvSpPr>
              <p:cNvPr id="393" name="Google Shape;393;p7"/>
              <p:cNvSpPr/>
              <p:nvPr/>
            </p:nvSpPr>
            <p:spPr>
              <a:xfrm>
                <a:off x="-361760" y="424676"/>
                <a:ext cx="2196362" cy="2994608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394" name="Google Shape;39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286853" y="518502"/>
                <a:ext cx="2046547" cy="28278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5" name="Google Shape;395;p7"/>
            <p:cNvGrpSpPr/>
            <p:nvPr/>
          </p:nvGrpSpPr>
          <p:grpSpPr>
            <a:xfrm>
              <a:off x="555040" y="2520156"/>
              <a:ext cx="1901867" cy="2291442"/>
              <a:chOff x="1867050" y="1077757"/>
              <a:chExt cx="2284820" cy="2752838"/>
            </a:xfrm>
          </p:grpSpPr>
          <p:sp>
            <p:nvSpPr>
              <p:cNvPr id="396" name="Google Shape;396;p7"/>
              <p:cNvSpPr/>
              <p:nvPr/>
            </p:nvSpPr>
            <p:spPr>
              <a:xfrm>
                <a:off x="1867050" y="1077757"/>
                <a:ext cx="2284820" cy="2752838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397" name="Google Shape;397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934592" y="1164510"/>
                <a:ext cx="2149735" cy="2564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8" name="Google Shape;398;p7"/>
            <p:cNvGrpSpPr/>
            <p:nvPr/>
          </p:nvGrpSpPr>
          <p:grpSpPr>
            <a:xfrm>
              <a:off x="6485904" y="1053333"/>
              <a:ext cx="2264157" cy="2503830"/>
              <a:chOff x="2708464" y="869261"/>
              <a:chExt cx="2328150" cy="2574597"/>
            </a:xfrm>
          </p:grpSpPr>
          <p:sp>
            <p:nvSpPr>
              <p:cNvPr id="399" name="Google Shape;399;p7"/>
              <p:cNvSpPr/>
              <p:nvPr/>
            </p:nvSpPr>
            <p:spPr>
              <a:xfrm>
                <a:off x="2708464" y="869261"/>
                <a:ext cx="2328150" cy="2574597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00" name="Google Shape;400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803711" y="958493"/>
                <a:ext cx="2137656" cy="239613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1" name="Google Shape;401;p7"/>
            <p:cNvGrpSpPr/>
            <p:nvPr/>
          </p:nvGrpSpPr>
          <p:grpSpPr>
            <a:xfrm>
              <a:off x="6855917" y="2386185"/>
              <a:ext cx="2026431" cy="2384228"/>
              <a:chOff x="4093089" y="1913804"/>
              <a:chExt cx="2188232" cy="2574597"/>
            </a:xfrm>
          </p:grpSpPr>
          <p:sp>
            <p:nvSpPr>
              <p:cNvPr id="402" name="Google Shape;402;p7"/>
              <p:cNvSpPr/>
              <p:nvPr/>
            </p:nvSpPr>
            <p:spPr>
              <a:xfrm>
                <a:off x="4093089" y="1913804"/>
                <a:ext cx="2188232" cy="2574597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03" name="Google Shape;403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180375" y="1996933"/>
                <a:ext cx="2013660" cy="24083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4" name="Google Shape;404;p7"/>
            <p:cNvGrpSpPr/>
            <p:nvPr/>
          </p:nvGrpSpPr>
          <p:grpSpPr>
            <a:xfrm>
              <a:off x="2121409" y="1059135"/>
              <a:ext cx="1990080" cy="2425406"/>
              <a:chOff x="5000432" y="605668"/>
              <a:chExt cx="2388909" cy="2911479"/>
            </a:xfrm>
          </p:grpSpPr>
          <p:sp>
            <p:nvSpPr>
              <p:cNvPr id="405" name="Google Shape;405;p7"/>
              <p:cNvSpPr/>
              <p:nvPr/>
            </p:nvSpPr>
            <p:spPr>
              <a:xfrm>
                <a:off x="5000432" y="605668"/>
                <a:ext cx="2388909" cy="2911479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06" name="Google Shape;406;p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103752" y="687879"/>
                <a:ext cx="2188232" cy="27470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7" name="Google Shape;407;p7"/>
            <p:cNvGrpSpPr/>
            <p:nvPr/>
          </p:nvGrpSpPr>
          <p:grpSpPr>
            <a:xfrm>
              <a:off x="4202530" y="1059135"/>
              <a:ext cx="2179002" cy="2425406"/>
              <a:chOff x="5848844" y="489497"/>
              <a:chExt cx="2504324" cy="2787515"/>
            </a:xfrm>
          </p:grpSpPr>
          <p:sp>
            <p:nvSpPr>
              <p:cNvPr id="408" name="Google Shape;408;p7"/>
              <p:cNvSpPr/>
              <p:nvPr/>
            </p:nvSpPr>
            <p:spPr>
              <a:xfrm>
                <a:off x="5848844" y="489497"/>
                <a:ext cx="2504324" cy="2787515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09" name="Google Shape;409;p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49727" y="584920"/>
                <a:ext cx="2308605" cy="25745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0" name="Google Shape;410;p7"/>
            <p:cNvGrpSpPr/>
            <p:nvPr/>
          </p:nvGrpSpPr>
          <p:grpSpPr>
            <a:xfrm>
              <a:off x="2621792" y="2637463"/>
              <a:ext cx="1913977" cy="2174135"/>
              <a:chOff x="4358312" y="2547730"/>
              <a:chExt cx="1913977" cy="2174135"/>
            </a:xfrm>
          </p:grpSpPr>
          <p:sp>
            <p:nvSpPr>
              <p:cNvPr id="411" name="Google Shape;411;p7"/>
              <p:cNvSpPr/>
              <p:nvPr/>
            </p:nvSpPr>
            <p:spPr>
              <a:xfrm>
                <a:off x="4358312" y="2547730"/>
                <a:ext cx="1913977" cy="2174135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12" name="Google Shape;412;p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449353" y="2632991"/>
                <a:ext cx="1731893" cy="20231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3" name="Google Shape;413;p7"/>
            <p:cNvGrpSpPr/>
            <p:nvPr/>
          </p:nvGrpSpPr>
          <p:grpSpPr>
            <a:xfrm>
              <a:off x="4945517" y="2365597"/>
              <a:ext cx="1546064" cy="2425406"/>
              <a:chOff x="-404" y="2328013"/>
              <a:chExt cx="1835005" cy="2878685"/>
            </a:xfrm>
          </p:grpSpPr>
          <p:sp>
            <p:nvSpPr>
              <p:cNvPr id="414" name="Google Shape;414;p7"/>
              <p:cNvSpPr/>
              <p:nvPr/>
            </p:nvSpPr>
            <p:spPr>
              <a:xfrm>
                <a:off x="-404" y="2328013"/>
                <a:ext cx="1835005" cy="2878685"/>
              </a:xfrm>
              <a:prstGeom prst="roundRect">
                <a:avLst>
                  <a:gd fmla="val 4829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l" dir="2700000" dist="762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182875" lIns="274300" spcFirstLastPara="1" rIns="274300" wrap="square" tIns="1828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484848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pic>
            <p:nvPicPr>
              <p:cNvPr id="415" name="Google Shape;415;p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3315" y="2398780"/>
                <a:ext cx="1720082" cy="2737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16" name="Google Shape;416;p7"/>
          <p:cNvSpPr txBox="1"/>
          <p:nvPr/>
        </p:nvSpPr>
        <p:spPr>
          <a:xfrm>
            <a:off x="215900" y="113386"/>
            <a:ext cx="8680450" cy="61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15+ articles in the media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V_16_9_templatewithLayouts_Jan2015">
  <a:themeElements>
    <a:clrScheme name="Custom 1">
      <a:dk1>
        <a:srgbClr val="0C0C0C"/>
      </a:dk1>
      <a:lt1>
        <a:srgbClr val="FFFFFF"/>
      </a:lt1>
      <a:dk2>
        <a:srgbClr val="063D4B"/>
      </a:dk2>
      <a:lt2>
        <a:srgbClr val="00A690"/>
      </a:lt2>
      <a:accent1>
        <a:srgbClr val="E76D24"/>
      </a:accent1>
      <a:accent2>
        <a:srgbClr val="C0CA55"/>
      </a:accent2>
      <a:accent3>
        <a:srgbClr val="C3348A"/>
      </a:accent3>
      <a:accent4>
        <a:srgbClr val="00D0B4"/>
      </a:accent4>
      <a:accent5>
        <a:srgbClr val="F5A623"/>
      </a:accent5>
      <a:accent6>
        <a:srgbClr val="65C8CF"/>
      </a:accent6>
      <a:hlink>
        <a:srgbClr val="00A690"/>
      </a:hlink>
      <a:folHlink>
        <a:srgbClr val="7738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2016-12-07T18:51:35Z</dcterms:created>
  <dc:creator>Kim Egner</dc:creator>
</cp:coreProperties>
</file>